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  <p:sldMasterId id="2147483699" r:id="rId2"/>
  </p:sldMasterIdLst>
  <p:sldIdLst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1" autoAdjust="0"/>
    <p:restoredTop sz="94660"/>
  </p:normalViewPr>
  <p:slideViewPr>
    <p:cSldViewPr snapToGrid="0">
      <p:cViewPr>
        <p:scale>
          <a:sx n="50" d="100"/>
          <a:sy n="50" d="100"/>
        </p:scale>
        <p:origin x="1934" y="8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51100" y="3193067"/>
            <a:ext cx="5931600" cy="294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000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51100" y="719333"/>
            <a:ext cx="10290000" cy="5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50215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950967" y="3997067"/>
            <a:ext cx="5057200" cy="21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950967" y="2514267"/>
            <a:ext cx="1934400" cy="148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556483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960000" y="1806567"/>
            <a:ext cx="10272000" cy="43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551603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6183768" y="2578568"/>
            <a:ext cx="5048400" cy="14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2"/>
          </p:nvPr>
        </p:nvSpPr>
        <p:spPr>
          <a:xfrm>
            <a:off x="960000" y="2578568"/>
            <a:ext cx="5048400" cy="14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959999" y="1806567"/>
            <a:ext cx="50484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133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6183772" y="1806567"/>
            <a:ext cx="50484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133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2105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69703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6188733" y="719333"/>
            <a:ext cx="5037600" cy="132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ubTitle" idx="1"/>
          </p:nvPr>
        </p:nvSpPr>
        <p:spPr>
          <a:xfrm>
            <a:off x="6188748" y="2167000"/>
            <a:ext cx="5037600" cy="23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8" name="Google Shape;28;p7"/>
          <p:cNvSpPr>
            <a:spLocks noGrp="1"/>
          </p:cNvSpPr>
          <p:nvPr>
            <p:ph type="pic" idx="2"/>
          </p:nvPr>
        </p:nvSpPr>
        <p:spPr>
          <a:xfrm>
            <a:off x="950967" y="719333"/>
            <a:ext cx="5057200" cy="61388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4082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090600" y="1742800"/>
            <a:ext cx="60108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3333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00297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2847400" y="1585467"/>
            <a:ext cx="6497200" cy="2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847400" y="4204667"/>
            <a:ext cx="6497200" cy="8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78659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>
            <a:spLocks noGrp="1"/>
          </p:cNvSpPr>
          <p:nvPr>
            <p:ph type="pic" idx="2"/>
          </p:nvPr>
        </p:nvSpPr>
        <p:spPr>
          <a:xfrm>
            <a:off x="-67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29977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>
            <a:spLocks noGrp="1"/>
          </p:cNvSpPr>
          <p:nvPr>
            <p:ph type="title" hasCustomPrompt="1"/>
          </p:nvPr>
        </p:nvSpPr>
        <p:spPr>
          <a:xfrm>
            <a:off x="950967" y="1139100"/>
            <a:ext cx="6801600" cy="141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39" name="Google Shape;39;p11"/>
          <p:cNvSpPr txBox="1">
            <a:spLocks noGrp="1"/>
          </p:cNvSpPr>
          <p:nvPr>
            <p:ph type="subTitle" idx="1"/>
          </p:nvPr>
        </p:nvSpPr>
        <p:spPr>
          <a:xfrm>
            <a:off x="950967" y="2405168"/>
            <a:ext cx="6801600" cy="6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6484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1614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title" idx="2" hasCustomPrompt="1"/>
          </p:nvPr>
        </p:nvSpPr>
        <p:spPr>
          <a:xfrm>
            <a:off x="960000" y="1908165"/>
            <a:ext cx="979600" cy="699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4" name="Google Shape;44;p13"/>
          <p:cNvSpPr txBox="1">
            <a:spLocks noGrp="1"/>
          </p:cNvSpPr>
          <p:nvPr>
            <p:ph type="title" idx="3" hasCustomPrompt="1"/>
          </p:nvPr>
        </p:nvSpPr>
        <p:spPr>
          <a:xfrm>
            <a:off x="960000" y="3989303"/>
            <a:ext cx="979600" cy="699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5" name="Google Shape;45;p13"/>
          <p:cNvSpPr txBox="1">
            <a:spLocks noGrp="1"/>
          </p:cNvSpPr>
          <p:nvPr>
            <p:ph type="title" idx="4" hasCustomPrompt="1"/>
          </p:nvPr>
        </p:nvSpPr>
        <p:spPr>
          <a:xfrm>
            <a:off x="4658400" y="1908165"/>
            <a:ext cx="979600" cy="699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>
            <a:spLocks noGrp="1"/>
          </p:cNvSpPr>
          <p:nvPr>
            <p:ph type="title" idx="5" hasCustomPrompt="1"/>
          </p:nvPr>
        </p:nvSpPr>
        <p:spPr>
          <a:xfrm>
            <a:off x="4658400" y="3989303"/>
            <a:ext cx="979600" cy="699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>
            <a:spLocks noGrp="1"/>
          </p:cNvSpPr>
          <p:nvPr>
            <p:ph type="title" idx="6" hasCustomPrompt="1"/>
          </p:nvPr>
        </p:nvSpPr>
        <p:spPr>
          <a:xfrm>
            <a:off x="8365833" y="1908165"/>
            <a:ext cx="979600" cy="699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8" name="Google Shape;48;p13"/>
          <p:cNvSpPr txBox="1">
            <a:spLocks noGrp="1"/>
          </p:cNvSpPr>
          <p:nvPr>
            <p:ph type="title" idx="7" hasCustomPrompt="1"/>
          </p:nvPr>
        </p:nvSpPr>
        <p:spPr>
          <a:xfrm>
            <a:off x="8365833" y="3989303"/>
            <a:ext cx="979600" cy="699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>
            <a:spLocks noGrp="1"/>
          </p:cNvSpPr>
          <p:nvPr>
            <p:ph type="subTitle" idx="1"/>
          </p:nvPr>
        </p:nvSpPr>
        <p:spPr>
          <a:xfrm>
            <a:off x="960000" y="2607233"/>
            <a:ext cx="2875200" cy="9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133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subTitle" idx="8"/>
          </p:nvPr>
        </p:nvSpPr>
        <p:spPr>
          <a:xfrm>
            <a:off x="4658400" y="2607233"/>
            <a:ext cx="2875200" cy="9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133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9"/>
          </p:nvPr>
        </p:nvSpPr>
        <p:spPr>
          <a:xfrm>
            <a:off x="8365833" y="2607233"/>
            <a:ext cx="2875200" cy="9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133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3"/>
          </p:nvPr>
        </p:nvSpPr>
        <p:spPr>
          <a:xfrm>
            <a:off x="960000" y="4688400"/>
            <a:ext cx="2875200" cy="9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133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4"/>
          </p:nvPr>
        </p:nvSpPr>
        <p:spPr>
          <a:xfrm>
            <a:off x="4658400" y="4688400"/>
            <a:ext cx="2875200" cy="9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133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5"/>
          </p:nvPr>
        </p:nvSpPr>
        <p:spPr>
          <a:xfrm>
            <a:off x="8365833" y="4688400"/>
            <a:ext cx="2875200" cy="9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133"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895711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950967" y="1078233"/>
            <a:ext cx="5057200" cy="77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948457" y="1833633"/>
            <a:ext cx="5054800" cy="10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58" name="Google Shape;58;p14"/>
          <p:cNvSpPr>
            <a:spLocks noGrp="1"/>
          </p:cNvSpPr>
          <p:nvPr>
            <p:ph type="pic" idx="2"/>
          </p:nvPr>
        </p:nvSpPr>
        <p:spPr>
          <a:xfrm>
            <a:off x="6183833" y="133"/>
            <a:ext cx="5057200" cy="33412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4"/>
          <p:cNvSpPr>
            <a:spLocks noGrp="1"/>
          </p:cNvSpPr>
          <p:nvPr>
            <p:ph type="pic" idx="3"/>
          </p:nvPr>
        </p:nvSpPr>
        <p:spPr>
          <a:xfrm>
            <a:off x="6183833" y="3516667"/>
            <a:ext cx="5057200" cy="33412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4"/>
          <p:cNvSpPr>
            <a:spLocks noGrp="1"/>
          </p:cNvSpPr>
          <p:nvPr>
            <p:ph type="pic" idx="4"/>
          </p:nvPr>
        </p:nvSpPr>
        <p:spPr>
          <a:xfrm>
            <a:off x="950967" y="3516667"/>
            <a:ext cx="5057200" cy="33412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3460385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6188733" y="719333"/>
            <a:ext cx="5037600" cy="132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6188748" y="2167000"/>
            <a:ext cx="5037600" cy="23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64" name="Google Shape;64;p15"/>
          <p:cNvSpPr>
            <a:spLocks noGrp="1"/>
          </p:cNvSpPr>
          <p:nvPr>
            <p:ph type="pic" idx="2"/>
          </p:nvPr>
        </p:nvSpPr>
        <p:spPr>
          <a:xfrm>
            <a:off x="950967" y="719333"/>
            <a:ext cx="5057200" cy="61388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050232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950967" y="1059567"/>
            <a:ext cx="10275200" cy="931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600"/>
              <a:buNone/>
              <a:defRPr sz="5333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3809533" y="3198033"/>
            <a:ext cx="7416800" cy="24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marL="1219170" lvl="1" indent="-40639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828754" lvl="2" indent="-40639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7309282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subTitle" idx="1"/>
          </p:nvPr>
        </p:nvSpPr>
        <p:spPr>
          <a:xfrm>
            <a:off x="960000" y="2745936"/>
            <a:ext cx="3271600" cy="16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ubTitle" idx="2"/>
          </p:nvPr>
        </p:nvSpPr>
        <p:spPr>
          <a:xfrm>
            <a:off x="4460096" y="2745936"/>
            <a:ext cx="3271600" cy="16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subTitle" idx="3"/>
          </p:nvPr>
        </p:nvSpPr>
        <p:spPr>
          <a:xfrm>
            <a:off x="7960203" y="2745936"/>
            <a:ext cx="3271600" cy="16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ubTitle" idx="4"/>
          </p:nvPr>
        </p:nvSpPr>
        <p:spPr>
          <a:xfrm>
            <a:off x="960000" y="1806567"/>
            <a:ext cx="3271600" cy="9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133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subTitle" idx="5"/>
          </p:nvPr>
        </p:nvSpPr>
        <p:spPr>
          <a:xfrm>
            <a:off x="4460105" y="1806567"/>
            <a:ext cx="3271600" cy="9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133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subTitle" idx="6"/>
          </p:nvPr>
        </p:nvSpPr>
        <p:spPr>
          <a:xfrm>
            <a:off x="7960211" y="1806567"/>
            <a:ext cx="3271600" cy="9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133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90222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subTitle" idx="1"/>
          </p:nvPr>
        </p:nvSpPr>
        <p:spPr>
          <a:xfrm>
            <a:off x="960000" y="2433467"/>
            <a:ext cx="5048400" cy="9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ubTitle" idx="2"/>
          </p:nvPr>
        </p:nvSpPr>
        <p:spPr>
          <a:xfrm>
            <a:off x="6183803" y="2433467"/>
            <a:ext cx="5048400" cy="9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subTitle" idx="3"/>
          </p:nvPr>
        </p:nvSpPr>
        <p:spPr>
          <a:xfrm>
            <a:off x="960000" y="4357467"/>
            <a:ext cx="5048400" cy="9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subTitle" idx="4"/>
          </p:nvPr>
        </p:nvSpPr>
        <p:spPr>
          <a:xfrm>
            <a:off x="6183803" y="4357467"/>
            <a:ext cx="5048400" cy="9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subTitle" idx="5"/>
          </p:nvPr>
        </p:nvSpPr>
        <p:spPr>
          <a:xfrm>
            <a:off x="960033" y="1806567"/>
            <a:ext cx="5048400" cy="6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ubTitle" idx="6"/>
          </p:nvPr>
        </p:nvSpPr>
        <p:spPr>
          <a:xfrm>
            <a:off x="960033" y="3730833"/>
            <a:ext cx="5048400" cy="6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ubTitle" idx="7"/>
          </p:nvPr>
        </p:nvSpPr>
        <p:spPr>
          <a:xfrm>
            <a:off x="6183773" y="1806567"/>
            <a:ext cx="5048400" cy="6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ubTitle" idx="8"/>
          </p:nvPr>
        </p:nvSpPr>
        <p:spPr>
          <a:xfrm>
            <a:off x="6183773" y="3730833"/>
            <a:ext cx="5048400" cy="6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421320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>
            <a:spLocks noGrp="1"/>
          </p:cNvSpPr>
          <p:nvPr>
            <p:ph type="title"/>
          </p:nvPr>
        </p:nvSpPr>
        <p:spPr>
          <a:xfrm>
            <a:off x="966833" y="1427567"/>
            <a:ext cx="5041600" cy="1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66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subTitle" idx="1"/>
          </p:nvPr>
        </p:nvSpPr>
        <p:spPr>
          <a:xfrm>
            <a:off x="966833" y="2729896"/>
            <a:ext cx="50416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89" name="Google Shape;89;p19"/>
          <p:cNvSpPr txBox="1"/>
          <p:nvPr/>
        </p:nvSpPr>
        <p:spPr>
          <a:xfrm>
            <a:off x="966833" y="5016233"/>
            <a:ext cx="50416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33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CREDITS:</a:t>
            </a:r>
            <a:r>
              <a:rPr lang="en" sz="1333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This presentation template was created by </a:t>
            </a:r>
            <a:r>
              <a:rPr lang="en" sz="1333" b="1" u="sng">
                <a:solidFill>
                  <a:schemeClr val="hlink"/>
                </a:solidFill>
                <a:latin typeface="Archivo"/>
                <a:ea typeface="Archivo"/>
                <a:cs typeface="Archivo"/>
                <a:sym typeface="Archivo"/>
                <a:hlinkClick r:id="rId2"/>
              </a:rPr>
              <a:t>Slidesgo</a:t>
            </a:r>
            <a:r>
              <a:rPr lang="en" sz="1333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and includes icons, infographics &amp; images by </a:t>
            </a:r>
            <a:r>
              <a:rPr lang="en" sz="1333" b="1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333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sz="1333" b="1" u="sng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  <p:extLst>
      <p:ext uri="{BB962C8B-B14F-4D97-AF65-F5344CB8AC3E}">
        <p14:creationId xmlns:p14="http://schemas.microsoft.com/office/powerpoint/2010/main" val="39591235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Google Shape;91;p20"/>
          <p:cNvCxnSpPr/>
          <p:nvPr/>
        </p:nvCxnSpPr>
        <p:spPr>
          <a:xfrm>
            <a:off x="946033" y="359600"/>
            <a:ext cx="10290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2878547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21"/>
          <p:cNvCxnSpPr/>
          <p:nvPr/>
        </p:nvCxnSpPr>
        <p:spPr>
          <a:xfrm>
            <a:off x="946033" y="6498267"/>
            <a:ext cx="10290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5367315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23090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/>
          <p:nvPr/>
        </p:nvSpPr>
        <p:spPr>
          <a:xfrm>
            <a:off x="-100" y="-13700"/>
            <a:ext cx="12192000" cy="157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24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933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613491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preserve="1">
  <p:cSld name="Title and two columns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/>
          <p:nvPr/>
        </p:nvSpPr>
        <p:spPr>
          <a:xfrm>
            <a:off x="-100" y="-13700"/>
            <a:ext cx="12192000" cy="157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25"/>
          <p:cNvSpPr txBox="1">
            <a:spLocks noGrp="1"/>
          </p:cNvSpPr>
          <p:nvPr>
            <p:ph type="title"/>
          </p:nvPr>
        </p:nvSpPr>
        <p:spPr>
          <a:xfrm>
            <a:off x="971369" y="719333"/>
            <a:ext cx="44636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933" b="1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04" name="Google Shape;104;p25"/>
          <p:cNvSpPr txBox="1">
            <a:spLocks noGrp="1"/>
          </p:cNvSpPr>
          <p:nvPr>
            <p:ph type="title" idx="2"/>
          </p:nvPr>
        </p:nvSpPr>
        <p:spPr>
          <a:xfrm>
            <a:off x="6636733" y="719333"/>
            <a:ext cx="46112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933" b="1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32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10456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erif"/>
              <a:buNone/>
              <a:defRPr sz="26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erif"/>
              <a:buNone/>
              <a:defRPr sz="26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erif"/>
              <a:buNone/>
              <a:defRPr sz="26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erif"/>
              <a:buNone/>
              <a:defRPr sz="26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erif"/>
              <a:buNone/>
              <a:defRPr sz="26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erif"/>
              <a:buNone/>
              <a:defRPr sz="26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erif"/>
              <a:buNone/>
              <a:defRPr sz="26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erif"/>
              <a:buNone/>
              <a:defRPr sz="26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Instrument Serif"/>
              <a:buNone/>
              <a:defRPr sz="260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031460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533910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5">
            <a:extLst>
              <a:ext uri="{FF2B5EF4-FFF2-40B4-BE49-F238E27FC236}">
                <a16:creationId xmlns:a16="http://schemas.microsoft.com/office/drawing/2014/main" id="{983E068C-6355-4484-A847-8983DEF94E7C}"/>
              </a:ext>
            </a:extLst>
          </p:cNvPr>
          <p:cNvSpPr/>
          <p:nvPr/>
        </p:nvSpPr>
        <p:spPr>
          <a:xfrm rot="4172215">
            <a:off x="5930790" y="206290"/>
            <a:ext cx="10578692" cy="6991075"/>
          </a:xfrm>
          <a:custGeom>
            <a:avLst/>
            <a:gdLst/>
            <a:ahLst/>
            <a:cxnLst/>
            <a:rect l="l" t="t" r="r" b="b"/>
            <a:pathLst>
              <a:path w="12281561" h="8272006">
                <a:moveTo>
                  <a:pt x="0" y="0"/>
                </a:moveTo>
                <a:lnTo>
                  <a:pt x="12281560" y="0"/>
                </a:lnTo>
                <a:lnTo>
                  <a:pt x="12281560" y="8272006"/>
                </a:lnTo>
                <a:lnTo>
                  <a:pt x="0" y="82720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22707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6" name="Google Shape;109;p26">
            <a:extLst>
              <a:ext uri="{FF2B5EF4-FFF2-40B4-BE49-F238E27FC236}">
                <a16:creationId xmlns:a16="http://schemas.microsoft.com/office/drawing/2014/main" id="{3438139B-87B6-4CB0-AD65-6A936E323774}"/>
              </a:ext>
            </a:extLst>
          </p:cNvPr>
          <p:cNvSpPr txBox="1">
            <a:spLocks/>
          </p:cNvSpPr>
          <p:nvPr/>
        </p:nvSpPr>
        <p:spPr>
          <a:xfrm>
            <a:off x="644848" y="1806659"/>
            <a:ext cx="6487688" cy="1895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nstrument Serif"/>
              <a:buNone/>
              <a:defRPr sz="8000" b="0" i="0" u="none" strike="noStrike" cap="none" spc="0">
                <a:solidFill>
                  <a:schemeClr val="dk1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1pPr>
            <a:lvl2pPr marR="0" lvl="1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nstrument Serif"/>
              <a:buNone/>
              <a:defRPr sz="6933" b="0" i="0" u="none" strike="noStrike" cap="none" spc="0">
                <a:solidFill>
                  <a:srgbClr val="191919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2pPr>
            <a:lvl3pPr marR="0" lvl="2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nstrument Serif"/>
              <a:buNone/>
              <a:defRPr sz="6933" b="0" i="0" u="none" strike="noStrike" cap="none" spc="0">
                <a:solidFill>
                  <a:srgbClr val="191919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3pPr>
            <a:lvl4pPr marR="0" lvl="3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nstrument Serif"/>
              <a:buNone/>
              <a:defRPr sz="6933" b="0" i="0" u="none" strike="noStrike" cap="none" spc="0">
                <a:solidFill>
                  <a:srgbClr val="191919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4pPr>
            <a:lvl5pPr marR="0" lvl="4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nstrument Serif"/>
              <a:buNone/>
              <a:defRPr sz="6933" b="0" i="0" u="none" strike="noStrike" cap="none" spc="0">
                <a:solidFill>
                  <a:srgbClr val="191919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5pPr>
            <a:lvl6pPr marR="0" lvl="5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nstrument Serif"/>
              <a:buNone/>
              <a:defRPr sz="6933" b="0" i="0" u="none" strike="noStrike" cap="none" spc="0">
                <a:solidFill>
                  <a:srgbClr val="191919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6pPr>
            <a:lvl7pPr marR="0" lvl="6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nstrument Serif"/>
              <a:buNone/>
              <a:defRPr sz="6933" b="0" i="0" u="none" strike="noStrike" cap="none" spc="0">
                <a:solidFill>
                  <a:srgbClr val="191919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7pPr>
            <a:lvl8pPr marR="0" lvl="7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nstrument Serif"/>
              <a:buNone/>
              <a:defRPr sz="6933" b="0" i="0" u="none" strike="noStrike" cap="none" spc="0">
                <a:solidFill>
                  <a:srgbClr val="191919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8pPr>
            <a:lvl9pPr marR="0" lvl="8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Instrument Serif"/>
              <a:buNone/>
              <a:defRPr sz="6933" b="0" i="0" u="none" strike="noStrike" cap="none" spc="0">
                <a:solidFill>
                  <a:srgbClr val="191919"/>
                </a:solidFill>
                <a:latin typeface="Instrument Serif"/>
                <a:ea typeface="Instrument Serif"/>
                <a:cs typeface="Instrument Serif"/>
                <a:sym typeface="Instrument Serif"/>
              </a:defRPr>
            </a:lvl9pPr>
          </a:lstStyle>
          <a:p>
            <a:r>
              <a:rPr lang="pt-BR" b="1" dirty="0">
                <a:latin typeface="Roboto" panose="02000000000000000000" pitchFamily="2" charset="0"/>
                <a:ea typeface="Roboto" panose="02000000000000000000" pitchFamily="2" charset="0"/>
              </a:rPr>
              <a:t>TÍTULO</a:t>
            </a:r>
          </a:p>
        </p:txBody>
      </p:sp>
      <p:cxnSp>
        <p:nvCxnSpPr>
          <p:cNvPr id="7" name="Google Shape;111;p26">
            <a:extLst>
              <a:ext uri="{FF2B5EF4-FFF2-40B4-BE49-F238E27FC236}">
                <a16:creationId xmlns:a16="http://schemas.microsoft.com/office/drawing/2014/main" id="{1DCF75F2-433D-4C6A-BC8E-611F9A755D92}"/>
              </a:ext>
            </a:extLst>
          </p:cNvPr>
          <p:cNvCxnSpPr/>
          <p:nvPr/>
        </p:nvCxnSpPr>
        <p:spPr>
          <a:xfrm>
            <a:off x="1604135" y="1158970"/>
            <a:ext cx="7717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Imagem 8">
            <a:extLst>
              <a:ext uri="{FF2B5EF4-FFF2-40B4-BE49-F238E27FC236}">
                <a16:creationId xmlns:a16="http://schemas.microsoft.com/office/drawing/2014/main" id="{35D8ECA3-FA98-4983-ADA8-43E1C5067A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8288" y="1009576"/>
            <a:ext cx="5428867" cy="5428867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7E23ED3D-D9CB-4278-AF0C-371D94E049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5632" y="3847106"/>
            <a:ext cx="7297994" cy="597565"/>
          </a:xfrm>
        </p:spPr>
        <p:txBody>
          <a:bodyPr>
            <a:normAutofit fontScale="92500" lnSpcReduction="20000"/>
          </a:bodyPr>
          <a:lstStyle/>
          <a:p>
            <a:r>
              <a:rPr lang="pt-BR" sz="3600" dirty="0">
                <a:latin typeface="Roboto" panose="02000000000000000000" pitchFamily="2" charset="0"/>
                <a:ea typeface="Roboto" panose="02000000000000000000" pitchFamily="2" charset="0"/>
              </a:rPr>
              <a:t>Nome dos autores</a:t>
            </a:r>
          </a:p>
        </p:txBody>
      </p:sp>
      <p:sp>
        <p:nvSpPr>
          <p:cNvPr id="11" name="Subtítulo 2">
            <a:extLst>
              <a:ext uri="{FF2B5EF4-FFF2-40B4-BE49-F238E27FC236}">
                <a16:creationId xmlns:a16="http://schemas.microsoft.com/office/drawing/2014/main" id="{41419E3C-43DF-45FF-A941-B7172AF11177}"/>
              </a:ext>
            </a:extLst>
          </p:cNvPr>
          <p:cNvSpPr txBox="1">
            <a:spLocks/>
          </p:cNvSpPr>
          <p:nvPr/>
        </p:nvSpPr>
        <p:spPr>
          <a:xfrm>
            <a:off x="695632" y="4393700"/>
            <a:ext cx="6501581" cy="597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None/>
              <a:defRPr sz="2133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24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24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24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24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24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24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24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"/>
              <a:buNone/>
              <a:defRPr sz="2400" b="0" i="0" u="none" strike="noStrike" cap="none" spc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r>
              <a:rPr lang="pt-BR" sz="2800" dirty="0">
                <a:latin typeface="Roboto" panose="02000000000000000000" pitchFamily="2" charset="0"/>
                <a:ea typeface="Roboto" panose="02000000000000000000" pitchFamily="2" charset="0"/>
              </a:rPr>
              <a:t>Departamento, Instituição de Ensino, Cidade</a:t>
            </a:r>
          </a:p>
        </p:txBody>
      </p:sp>
      <p:pic>
        <p:nvPicPr>
          <p:cNvPr id="4" name="Imagem 3" descr="Portfólio de Serviços">
            <a:extLst>
              <a:ext uri="{FF2B5EF4-FFF2-40B4-BE49-F238E27FC236}">
                <a16:creationId xmlns:a16="http://schemas.microsoft.com/office/drawing/2014/main" id="{A6BD5B62-D75D-191A-8EFB-F1E2ED93F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210" y="15970"/>
            <a:ext cx="1689595" cy="1689595"/>
          </a:xfrm>
          <a:prstGeom prst="rect">
            <a:avLst/>
          </a:prstGeom>
        </p:spPr>
      </p:pic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F1EA6D9-4132-23BC-894C-7C899589A712}"/>
              </a:ext>
            </a:extLst>
          </p:cNvPr>
          <p:cNvSpPr/>
          <p:nvPr/>
        </p:nvSpPr>
        <p:spPr>
          <a:xfrm>
            <a:off x="10833309" y="146797"/>
            <a:ext cx="1298332" cy="1556103"/>
          </a:xfrm>
          <a:prstGeom prst="roundRect">
            <a:avLst/>
          </a:prstGeom>
          <a:solidFill>
            <a:schemeClr val="tx2">
              <a:lumMod val="85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  <a:p>
            <a:pPr algn="ctr"/>
            <a:r>
              <a:rPr lang="pt-BR" dirty="0">
                <a:solidFill>
                  <a:schemeClr val="tx1"/>
                </a:solidFill>
              </a:rPr>
              <a:t>SUA FOTO</a:t>
            </a:r>
          </a:p>
          <a:p>
            <a:pPr algn="ctr"/>
            <a:endParaRPr lang="pt-BR" sz="2130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0CFCD89F-72CC-74D5-0BEB-454D7FFA458D}"/>
              </a:ext>
            </a:extLst>
          </p:cNvPr>
          <p:cNvSpPr/>
          <p:nvPr/>
        </p:nvSpPr>
        <p:spPr>
          <a:xfrm>
            <a:off x="9483778" y="146797"/>
            <a:ext cx="1298331" cy="1558768"/>
          </a:xfrm>
          <a:prstGeom prst="roundRect">
            <a:avLst/>
          </a:prstGeom>
          <a:solidFill>
            <a:schemeClr val="tx2">
              <a:lumMod val="8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Logo da sua instituição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008E1E6-1297-73B9-0952-39824D2FBD2C}"/>
              </a:ext>
            </a:extLst>
          </p:cNvPr>
          <p:cNvSpPr txBox="1"/>
          <p:nvPr/>
        </p:nvSpPr>
        <p:spPr>
          <a:xfrm>
            <a:off x="2219851" y="270161"/>
            <a:ext cx="68988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pt-BR" sz="2000" b="0" i="0" dirty="0">
                <a:effectLst/>
                <a:latin typeface="Arial"/>
              </a:rPr>
              <a:t>Universidade Estadual Paulista “Júlio de Mesquita Filho”</a:t>
            </a:r>
            <a:endParaRPr lang="pt-BR" sz="2000" dirty="0">
              <a:effectLst/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lang="pt-BR" sz="2000" b="0" i="0" dirty="0">
                <a:effectLst/>
                <a:latin typeface="Arial"/>
              </a:rPr>
              <a:t>Faculdade de Odontologia de Araçatuba</a:t>
            </a:r>
            <a:endParaRPr lang="pt-BR" sz="2000" dirty="0">
              <a:effectLst/>
              <a:latin typeface="YAFdJpYtCxE_1"/>
            </a:endParaRP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40026E5F-485E-BF6B-A8B0-350E77B3EE6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6350"/>
          <a:stretch>
            <a:fillRect/>
          </a:stretch>
        </p:blipFill>
        <p:spPr>
          <a:xfrm>
            <a:off x="-23450" y="5694511"/>
            <a:ext cx="2568530" cy="1163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275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5">
            <a:extLst>
              <a:ext uri="{FF2B5EF4-FFF2-40B4-BE49-F238E27FC236}">
                <a16:creationId xmlns:a16="http://schemas.microsoft.com/office/drawing/2014/main" id="{72E54CE7-35F0-40C8-AADF-E4A3B3A04F24}"/>
              </a:ext>
            </a:extLst>
          </p:cNvPr>
          <p:cNvSpPr/>
          <p:nvPr/>
        </p:nvSpPr>
        <p:spPr>
          <a:xfrm rot="15897858">
            <a:off x="-4792920" y="-1053788"/>
            <a:ext cx="10578692" cy="6991075"/>
          </a:xfrm>
          <a:custGeom>
            <a:avLst/>
            <a:gdLst/>
            <a:ahLst/>
            <a:cxnLst/>
            <a:rect l="l" t="t" r="r" b="b"/>
            <a:pathLst>
              <a:path w="12281561" h="8272006">
                <a:moveTo>
                  <a:pt x="0" y="0"/>
                </a:moveTo>
                <a:lnTo>
                  <a:pt x="12281560" y="0"/>
                </a:lnTo>
                <a:lnTo>
                  <a:pt x="12281560" y="8272006"/>
                </a:lnTo>
                <a:lnTo>
                  <a:pt x="0" y="82720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22707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4" name="Google Shape;156;p30">
            <a:extLst>
              <a:ext uri="{FF2B5EF4-FFF2-40B4-BE49-F238E27FC236}">
                <a16:creationId xmlns:a16="http://schemas.microsoft.com/office/drawing/2014/main" id="{5BF45AD0-963E-45F9-A655-0F2EB918B1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4" y="2997800"/>
            <a:ext cx="5776065" cy="16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INTRODUÇÃO</a:t>
            </a:r>
            <a:endParaRPr dirty="0"/>
          </a:p>
        </p:txBody>
      </p:sp>
      <p:sp>
        <p:nvSpPr>
          <p:cNvPr id="5" name="Google Shape;157;p30">
            <a:extLst>
              <a:ext uri="{FF2B5EF4-FFF2-40B4-BE49-F238E27FC236}">
                <a16:creationId xmlns:a16="http://schemas.microsoft.com/office/drawing/2014/main" id="{E7C544E0-2FDA-433D-B1F7-B6DF0236881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4" y="1885700"/>
            <a:ext cx="2209369" cy="111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cxnSp>
        <p:nvCxnSpPr>
          <p:cNvPr id="6" name="Google Shape;159;p30">
            <a:extLst>
              <a:ext uri="{FF2B5EF4-FFF2-40B4-BE49-F238E27FC236}">
                <a16:creationId xmlns:a16="http://schemas.microsoft.com/office/drawing/2014/main" id="{717E17A9-ADC9-4A7A-8EED-FDA478D92A11}"/>
              </a:ext>
            </a:extLst>
          </p:cNvPr>
          <p:cNvCxnSpPr>
            <a:cxnSpLocks/>
          </p:cNvCxnSpPr>
          <p:nvPr/>
        </p:nvCxnSpPr>
        <p:spPr>
          <a:xfrm>
            <a:off x="709525" y="1037050"/>
            <a:ext cx="698913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Imagem 9">
            <a:extLst>
              <a:ext uri="{FF2B5EF4-FFF2-40B4-BE49-F238E27FC236}">
                <a16:creationId xmlns:a16="http://schemas.microsoft.com/office/drawing/2014/main" id="{05AD9757-E00B-46CE-83BF-36EF64C9347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88"/>
          <a:stretch/>
        </p:blipFill>
        <p:spPr>
          <a:xfrm>
            <a:off x="7292258" y="-416329"/>
            <a:ext cx="2591971" cy="151143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944403A-31DC-4557-A80F-1D24921F8E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216" t="58111" r="5216" b="15609"/>
          <a:stretch/>
        </p:blipFill>
        <p:spPr>
          <a:xfrm>
            <a:off x="9079496" y="305719"/>
            <a:ext cx="2782782" cy="7313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51164CB-7910-3530-5BC8-DFDE21035A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6350"/>
          <a:stretch>
            <a:fillRect/>
          </a:stretch>
        </p:blipFill>
        <p:spPr>
          <a:xfrm>
            <a:off x="-23450" y="5694511"/>
            <a:ext cx="2568530" cy="1163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83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>
            <a:extLst>
              <a:ext uri="{FF2B5EF4-FFF2-40B4-BE49-F238E27FC236}">
                <a16:creationId xmlns:a16="http://schemas.microsoft.com/office/drawing/2014/main" id="{82937AD5-38B6-49EF-BEA0-78741E7213C5}"/>
              </a:ext>
            </a:extLst>
          </p:cNvPr>
          <p:cNvSpPr/>
          <p:nvPr/>
        </p:nvSpPr>
        <p:spPr>
          <a:xfrm rot="15897858">
            <a:off x="-4792920" y="-1053787"/>
            <a:ext cx="10578692" cy="6991075"/>
          </a:xfrm>
          <a:custGeom>
            <a:avLst/>
            <a:gdLst/>
            <a:ahLst/>
            <a:cxnLst/>
            <a:rect l="l" t="t" r="r" b="b"/>
            <a:pathLst>
              <a:path w="12281561" h="8272006">
                <a:moveTo>
                  <a:pt x="0" y="0"/>
                </a:moveTo>
                <a:lnTo>
                  <a:pt x="12281560" y="0"/>
                </a:lnTo>
                <a:lnTo>
                  <a:pt x="12281560" y="8272006"/>
                </a:lnTo>
                <a:lnTo>
                  <a:pt x="0" y="82720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22707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4" name="Google Shape;156;p30">
            <a:extLst>
              <a:ext uri="{FF2B5EF4-FFF2-40B4-BE49-F238E27FC236}">
                <a16:creationId xmlns:a16="http://schemas.microsoft.com/office/drawing/2014/main" id="{5BF45AD0-963E-45F9-A655-0F2EB918B1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4" y="2997800"/>
            <a:ext cx="5776065" cy="16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OBJETIVOS</a:t>
            </a:r>
            <a:endParaRPr dirty="0"/>
          </a:p>
        </p:txBody>
      </p:sp>
      <p:sp>
        <p:nvSpPr>
          <p:cNvPr id="5" name="Google Shape;157;p30">
            <a:extLst>
              <a:ext uri="{FF2B5EF4-FFF2-40B4-BE49-F238E27FC236}">
                <a16:creationId xmlns:a16="http://schemas.microsoft.com/office/drawing/2014/main" id="{E7C544E0-2FDA-433D-B1F7-B6DF0236881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4" y="1885700"/>
            <a:ext cx="2209369" cy="111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cxnSp>
        <p:nvCxnSpPr>
          <p:cNvPr id="6" name="Google Shape;159;p30">
            <a:extLst>
              <a:ext uri="{FF2B5EF4-FFF2-40B4-BE49-F238E27FC236}">
                <a16:creationId xmlns:a16="http://schemas.microsoft.com/office/drawing/2014/main" id="{717E17A9-ADC9-4A7A-8EED-FDA478D92A11}"/>
              </a:ext>
            </a:extLst>
          </p:cNvPr>
          <p:cNvCxnSpPr>
            <a:cxnSpLocks/>
          </p:cNvCxnSpPr>
          <p:nvPr/>
        </p:nvCxnSpPr>
        <p:spPr>
          <a:xfrm>
            <a:off x="709525" y="1037050"/>
            <a:ext cx="698913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Imagem 9">
            <a:extLst>
              <a:ext uri="{FF2B5EF4-FFF2-40B4-BE49-F238E27FC236}">
                <a16:creationId xmlns:a16="http://schemas.microsoft.com/office/drawing/2014/main" id="{05AD9757-E00B-46CE-83BF-36EF64C9347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88"/>
          <a:stretch/>
        </p:blipFill>
        <p:spPr>
          <a:xfrm>
            <a:off x="7292258" y="-416329"/>
            <a:ext cx="2591971" cy="151143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944403A-31DC-4557-A80F-1D24921F8E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216" t="58111" r="5216" b="15609"/>
          <a:stretch/>
        </p:blipFill>
        <p:spPr>
          <a:xfrm>
            <a:off x="9079496" y="305719"/>
            <a:ext cx="2782782" cy="73133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D23F662-30C6-9103-9372-7B52149462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6350"/>
          <a:stretch>
            <a:fillRect/>
          </a:stretch>
        </p:blipFill>
        <p:spPr>
          <a:xfrm>
            <a:off x="-23450" y="5694511"/>
            <a:ext cx="2568530" cy="1163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286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>
            <a:extLst>
              <a:ext uri="{FF2B5EF4-FFF2-40B4-BE49-F238E27FC236}">
                <a16:creationId xmlns:a16="http://schemas.microsoft.com/office/drawing/2014/main" id="{CFCA827D-6100-4729-8B02-8C63FFA9240C}"/>
              </a:ext>
            </a:extLst>
          </p:cNvPr>
          <p:cNvSpPr/>
          <p:nvPr/>
        </p:nvSpPr>
        <p:spPr>
          <a:xfrm rot="15897858">
            <a:off x="-4792920" y="-1053787"/>
            <a:ext cx="10578692" cy="6991075"/>
          </a:xfrm>
          <a:custGeom>
            <a:avLst/>
            <a:gdLst/>
            <a:ahLst/>
            <a:cxnLst/>
            <a:rect l="l" t="t" r="r" b="b"/>
            <a:pathLst>
              <a:path w="12281561" h="8272006">
                <a:moveTo>
                  <a:pt x="0" y="0"/>
                </a:moveTo>
                <a:lnTo>
                  <a:pt x="12281560" y="0"/>
                </a:lnTo>
                <a:lnTo>
                  <a:pt x="12281560" y="8272006"/>
                </a:lnTo>
                <a:lnTo>
                  <a:pt x="0" y="82720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22707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4" name="Google Shape;156;p30">
            <a:extLst>
              <a:ext uri="{FF2B5EF4-FFF2-40B4-BE49-F238E27FC236}">
                <a16:creationId xmlns:a16="http://schemas.microsoft.com/office/drawing/2014/main" id="{5BF45AD0-963E-45F9-A655-0F2EB918B1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4" y="2997800"/>
            <a:ext cx="5776065" cy="16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METODOLOGIA</a:t>
            </a:r>
            <a:endParaRPr dirty="0"/>
          </a:p>
        </p:txBody>
      </p:sp>
      <p:sp>
        <p:nvSpPr>
          <p:cNvPr id="5" name="Google Shape;157;p30">
            <a:extLst>
              <a:ext uri="{FF2B5EF4-FFF2-40B4-BE49-F238E27FC236}">
                <a16:creationId xmlns:a16="http://schemas.microsoft.com/office/drawing/2014/main" id="{E7C544E0-2FDA-433D-B1F7-B6DF0236881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4" y="1885700"/>
            <a:ext cx="2209369" cy="111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cxnSp>
        <p:nvCxnSpPr>
          <p:cNvPr id="6" name="Google Shape;159;p30">
            <a:extLst>
              <a:ext uri="{FF2B5EF4-FFF2-40B4-BE49-F238E27FC236}">
                <a16:creationId xmlns:a16="http://schemas.microsoft.com/office/drawing/2014/main" id="{717E17A9-ADC9-4A7A-8EED-FDA478D92A11}"/>
              </a:ext>
            </a:extLst>
          </p:cNvPr>
          <p:cNvCxnSpPr>
            <a:cxnSpLocks/>
          </p:cNvCxnSpPr>
          <p:nvPr/>
        </p:nvCxnSpPr>
        <p:spPr>
          <a:xfrm>
            <a:off x="709525" y="1037050"/>
            <a:ext cx="698913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Imagem 9">
            <a:extLst>
              <a:ext uri="{FF2B5EF4-FFF2-40B4-BE49-F238E27FC236}">
                <a16:creationId xmlns:a16="http://schemas.microsoft.com/office/drawing/2014/main" id="{05AD9757-E00B-46CE-83BF-36EF64C9347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88"/>
          <a:stretch/>
        </p:blipFill>
        <p:spPr>
          <a:xfrm>
            <a:off x="7292258" y="-416329"/>
            <a:ext cx="2591971" cy="151143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944403A-31DC-4557-A80F-1D24921F8E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216" t="58111" r="5216" b="15609"/>
          <a:stretch/>
        </p:blipFill>
        <p:spPr>
          <a:xfrm>
            <a:off x="9079496" y="305719"/>
            <a:ext cx="2782782" cy="73133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C7B9CFB-6E8F-B5FE-70DD-EB099F76AC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6350"/>
          <a:stretch>
            <a:fillRect/>
          </a:stretch>
        </p:blipFill>
        <p:spPr>
          <a:xfrm>
            <a:off x="-23450" y="5694511"/>
            <a:ext cx="2568530" cy="1163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737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>
            <a:extLst>
              <a:ext uri="{FF2B5EF4-FFF2-40B4-BE49-F238E27FC236}">
                <a16:creationId xmlns:a16="http://schemas.microsoft.com/office/drawing/2014/main" id="{1BF63946-D2D5-4763-8FC4-0BF5329C8042}"/>
              </a:ext>
            </a:extLst>
          </p:cNvPr>
          <p:cNvSpPr/>
          <p:nvPr/>
        </p:nvSpPr>
        <p:spPr>
          <a:xfrm rot="15897858">
            <a:off x="-4792920" y="-1053787"/>
            <a:ext cx="10578692" cy="6991075"/>
          </a:xfrm>
          <a:custGeom>
            <a:avLst/>
            <a:gdLst/>
            <a:ahLst/>
            <a:cxnLst/>
            <a:rect l="l" t="t" r="r" b="b"/>
            <a:pathLst>
              <a:path w="12281561" h="8272006">
                <a:moveTo>
                  <a:pt x="0" y="0"/>
                </a:moveTo>
                <a:lnTo>
                  <a:pt x="12281560" y="0"/>
                </a:lnTo>
                <a:lnTo>
                  <a:pt x="12281560" y="8272006"/>
                </a:lnTo>
                <a:lnTo>
                  <a:pt x="0" y="82720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22707"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4" name="Google Shape;156;p30">
            <a:extLst>
              <a:ext uri="{FF2B5EF4-FFF2-40B4-BE49-F238E27FC236}">
                <a16:creationId xmlns:a16="http://schemas.microsoft.com/office/drawing/2014/main" id="{5BF45AD0-963E-45F9-A655-0F2EB918B1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4" y="2997800"/>
            <a:ext cx="5776065" cy="16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DISCUSSÃO E CONCLUSÃO</a:t>
            </a:r>
            <a:endParaRPr dirty="0"/>
          </a:p>
        </p:txBody>
      </p:sp>
      <p:sp>
        <p:nvSpPr>
          <p:cNvPr id="5" name="Google Shape;157;p30">
            <a:extLst>
              <a:ext uri="{FF2B5EF4-FFF2-40B4-BE49-F238E27FC236}">
                <a16:creationId xmlns:a16="http://schemas.microsoft.com/office/drawing/2014/main" id="{E7C544E0-2FDA-433D-B1F7-B6DF0236881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4" y="1885700"/>
            <a:ext cx="2209369" cy="111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cxnSp>
        <p:nvCxnSpPr>
          <p:cNvPr id="6" name="Google Shape;159;p30">
            <a:extLst>
              <a:ext uri="{FF2B5EF4-FFF2-40B4-BE49-F238E27FC236}">
                <a16:creationId xmlns:a16="http://schemas.microsoft.com/office/drawing/2014/main" id="{717E17A9-ADC9-4A7A-8EED-FDA478D92A11}"/>
              </a:ext>
            </a:extLst>
          </p:cNvPr>
          <p:cNvCxnSpPr>
            <a:cxnSpLocks/>
          </p:cNvCxnSpPr>
          <p:nvPr/>
        </p:nvCxnSpPr>
        <p:spPr>
          <a:xfrm>
            <a:off x="709525" y="1037050"/>
            <a:ext cx="698913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Imagem 9">
            <a:extLst>
              <a:ext uri="{FF2B5EF4-FFF2-40B4-BE49-F238E27FC236}">
                <a16:creationId xmlns:a16="http://schemas.microsoft.com/office/drawing/2014/main" id="{05AD9757-E00B-46CE-83BF-36EF64C9347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88"/>
          <a:stretch/>
        </p:blipFill>
        <p:spPr>
          <a:xfrm>
            <a:off x="7292258" y="-416329"/>
            <a:ext cx="2591971" cy="151143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944403A-31DC-4557-A80F-1D24921F8E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216" t="58111" r="5216" b="15609"/>
          <a:stretch/>
        </p:blipFill>
        <p:spPr>
          <a:xfrm>
            <a:off x="9079496" y="305719"/>
            <a:ext cx="2782782" cy="73133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906C1E6-3DD3-157A-EEC2-998646E835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6350"/>
          <a:stretch>
            <a:fillRect/>
          </a:stretch>
        </p:blipFill>
        <p:spPr>
          <a:xfrm>
            <a:off x="-23450" y="5694511"/>
            <a:ext cx="2568530" cy="1163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063595"/>
      </p:ext>
    </p:extLst>
  </p:cSld>
  <p:clrMapOvr>
    <a:masterClrMapping/>
  </p:clrMapOvr>
</p:sld>
</file>

<file path=ppt/theme/theme1.xml><?xml version="1.0" encoding="utf-8"?>
<a:theme xmlns:a="http://schemas.openxmlformats.org/drawingml/2006/main" name="Hot Cocoa Company by Slidesgo">
  <a:themeElements>
    <a:clrScheme name="Simple Light">
      <a:dk1>
        <a:srgbClr val="201002"/>
      </a:dk1>
      <a:lt1>
        <a:srgbClr val="FBF7F4"/>
      </a:lt1>
      <a:dk2>
        <a:srgbClr val="F3E6DA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Hot Cocoa Company by Slidesgo</Template>
  <TotalTime>29</TotalTime>
  <Words>41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5" baseType="lpstr">
      <vt:lpstr>Archivo</vt:lpstr>
      <vt:lpstr>Arial</vt:lpstr>
      <vt:lpstr>Instrument Serif</vt:lpstr>
      <vt:lpstr>Inter</vt:lpstr>
      <vt:lpstr>Nunito Light</vt:lpstr>
      <vt:lpstr>Raleway</vt:lpstr>
      <vt:lpstr>Roboto</vt:lpstr>
      <vt:lpstr>YAFdJpYtCxE_1</vt:lpstr>
      <vt:lpstr>Hot Cocoa Company by Slidesgo</vt:lpstr>
      <vt:lpstr>Slidesgo Final Pages</vt:lpstr>
      <vt:lpstr>Apresentação do PowerPoint</vt:lpstr>
      <vt:lpstr>INTRODUÇÃO</vt:lpstr>
      <vt:lpstr>OBJETIVOS</vt:lpstr>
      <vt:lpstr>METODOLOGIA</vt:lpstr>
      <vt:lpstr>DISCUSSÃO E CONCLUSÃO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Maria Cecília Barbosa Ferreira</dc:creator>
  <cp:lastModifiedBy>Maria Cristina Ruiz Voms Stein</cp:lastModifiedBy>
  <cp:revision>4</cp:revision>
  <dcterms:created xsi:type="dcterms:W3CDTF">2026-09-01T03:14:42Z</dcterms:created>
  <dcterms:modified xsi:type="dcterms:W3CDTF">2026-10-08T17:17:11Z</dcterms:modified>
</cp:coreProperties>
</file>