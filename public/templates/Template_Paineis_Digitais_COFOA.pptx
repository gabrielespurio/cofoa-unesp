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0" r:id="rId2"/>
  </p:sldIdLst>
  <p:sldSz cx="23039388" cy="5112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5888"/>
    <a:srgbClr val="495773"/>
    <a:srgbClr val="006B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8"/>
    <p:restoredTop sz="94522"/>
  </p:normalViewPr>
  <p:slideViewPr>
    <p:cSldViewPr snapToGrid="0">
      <p:cViewPr>
        <p:scale>
          <a:sx n="25" d="100"/>
          <a:sy n="25" d="100"/>
        </p:scale>
        <p:origin x="2405" y="-43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954" y="8366281"/>
            <a:ext cx="19583480" cy="17797568"/>
          </a:xfrm>
        </p:spPr>
        <p:txBody>
          <a:bodyPr anchor="b"/>
          <a:lstStyle>
            <a:lvl1pPr algn="ctr">
              <a:defRPr sz="15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9924" y="26850192"/>
            <a:ext cx="17279541" cy="12342326"/>
          </a:xfrm>
        </p:spPr>
        <p:txBody>
          <a:bodyPr/>
          <a:lstStyle>
            <a:lvl1pPr marL="0" indent="0" algn="ctr">
              <a:buNone/>
              <a:defRPr sz="6047"/>
            </a:lvl1pPr>
            <a:lvl2pPr marL="1151961" indent="0" algn="ctr">
              <a:buNone/>
              <a:defRPr sz="5039"/>
            </a:lvl2pPr>
            <a:lvl3pPr marL="2303922" indent="0" algn="ctr">
              <a:buNone/>
              <a:defRPr sz="4535"/>
            </a:lvl3pPr>
            <a:lvl4pPr marL="3455883" indent="0" algn="ctr">
              <a:buNone/>
              <a:defRPr sz="4031"/>
            </a:lvl4pPr>
            <a:lvl5pPr marL="4607844" indent="0" algn="ctr">
              <a:buNone/>
              <a:defRPr sz="4031"/>
            </a:lvl5pPr>
            <a:lvl6pPr marL="5759806" indent="0" algn="ctr">
              <a:buNone/>
              <a:defRPr sz="4031"/>
            </a:lvl6pPr>
            <a:lvl7pPr marL="6911767" indent="0" algn="ctr">
              <a:buNone/>
              <a:defRPr sz="4031"/>
            </a:lvl7pPr>
            <a:lvl8pPr marL="8063728" indent="0" algn="ctr">
              <a:buNone/>
              <a:defRPr sz="4031"/>
            </a:lvl8pPr>
            <a:lvl9pPr marL="9215689" indent="0" algn="ctr">
              <a:buNone/>
              <a:defRPr sz="40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191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36756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960" y="12744683"/>
            <a:ext cx="19871472" cy="21264777"/>
          </a:xfrm>
        </p:spPr>
        <p:txBody>
          <a:bodyPr anchor="b"/>
          <a:lstStyle>
            <a:lvl1pPr>
              <a:defRPr sz="15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960" y="34210633"/>
            <a:ext cx="19871472" cy="11182644"/>
          </a:xfrm>
        </p:spPr>
        <p:txBody>
          <a:bodyPr/>
          <a:lstStyle>
            <a:lvl1pPr marL="0" indent="0">
              <a:buNone/>
              <a:defRPr sz="6047">
                <a:solidFill>
                  <a:schemeClr val="tx1">
                    <a:tint val="82000"/>
                  </a:schemeClr>
                </a:solidFill>
              </a:defRPr>
            </a:lvl1pPr>
            <a:lvl2pPr marL="1151961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2pPr>
            <a:lvl3pPr marL="2303922" indent="0">
              <a:buNone/>
              <a:defRPr sz="4535">
                <a:solidFill>
                  <a:schemeClr val="tx1">
                    <a:tint val="82000"/>
                  </a:schemeClr>
                </a:solidFill>
              </a:defRPr>
            </a:lvl3pPr>
            <a:lvl4pPr marL="3455883" indent="0">
              <a:buNone/>
              <a:defRPr sz="4031">
                <a:solidFill>
                  <a:schemeClr val="tx1">
                    <a:tint val="82000"/>
                  </a:schemeClr>
                </a:solidFill>
              </a:defRPr>
            </a:lvl4pPr>
            <a:lvl5pPr marL="4607844" indent="0">
              <a:buNone/>
              <a:defRPr sz="4031">
                <a:solidFill>
                  <a:schemeClr val="tx1">
                    <a:tint val="82000"/>
                  </a:schemeClr>
                </a:solidFill>
              </a:defRPr>
            </a:lvl5pPr>
            <a:lvl6pPr marL="5759806" indent="0">
              <a:buNone/>
              <a:defRPr sz="4031">
                <a:solidFill>
                  <a:schemeClr val="tx1">
                    <a:tint val="82000"/>
                  </a:schemeClr>
                </a:solidFill>
              </a:defRPr>
            </a:lvl6pPr>
            <a:lvl7pPr marL="6911767" indent="0">
              <a:buNone/>
              <a:defRPr sz="4031">
                <a:solidFill>
                  <a:schemeClr val="tx1">
                    <a:tint val="82000"/>
                  </a:schemeClr>
                </a:solidFill>
              </a:defRPr>
            </a:lvl7pPr>
            <a:lvl8pPr marL="8063728" indent="0">
              <a:buNone/>
              <a:defRPr sz="4031">
                <a:solidFill>
                  <a:schemeClr val="tx1">
                    <a:tint val="82000"/>
                  </a:schemeClr>
                </a:solidFill>
              </a:defRPr>
            </a:lvl8pPr>
            <a:lvl9pPr marL="9215689" indent="0">
              <a:buNone/>
              <a:defRPr sz="403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74913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3958" y="13608513"/>
            <a:ext cx="9791740" cy="32435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63690" y="13608513"/>
            <a:ext cx="9791740" cy="32435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4604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2721714"/>
            <a:ext cx="19871472" cy="988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961" y="12531669"/>
            <a:ext cx="9746740" cy="6141577"/>
          </a:xfrm>
        </p:spPr>
        <p:txBody>
          <a:bodyPr anchor="b"/>
          <a:lstStyle>
            <a:lvl1pPr marL="0" indent="0">
              <a:buNone/>
              <a:defRPr sz="6047" b="1"/>
            </a:lvl1pPr>
            <a:lvl2pPr marL="1151961" indent="0">
              <a:buNone/>
              <a:defRPr sz="5039" b="1"/>
            </a:lvl2pPr>
            <a:lvl3pPr marL="2303922" indent="0">
              <a:buNone/>
              <a:defRPr sz="4535" b="1"/>
            </a:lvl3pPr>
            <a:lvl4pPr marL="3455883" indent="0">
              <a:buNone/>
              <a:defRPr sz="4031" b="1"/>
            </a:lvl4pPr>
            <a:lvl5pPr marL="4607844" indent="0">
              <a:buNone/>
              <a:defRPr sz="4031" b="1"/>
            </a:lvl5pPr>
            <a:lvl6pPr marL="5759806" indent="0">
              <a:buNone/>
              <a:defRPr sz="4031" b="1"/>
            </a:lvl6pPr>
            <a:lvl7pPr marL="6911767" indent="0">
              <a:buNone/>
              <a:defRPr sz="4031" b="1"/>
            </a:lvl7pPr>
            <a:lvl8pPr marL="8063728" indent="0">
              <a:buNone/>
              <a:defRPr sz="4031" b="1"/>
            </a:lvl8pPr>
            <a:lvl9pPr marL="9215689" indent="0">
              <a:buNone/>
              <a:defRPr sz="40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6961" y="18673247"/>
            <a:ext cx="9746740" cy="274655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63691" y="12531669"/>
            <a:ext cx="9794741" cy="6141577"/>
          </a:xfrm>
        </p:spPr>
        <p:txBody>
          <a:bodyPr anchor="b"/>
          <a:lstStyle>
            <a:lvl1pPr marL="0" indent="0">
              <a:buNone/>
              <a:defRPr sz="6047" b="1"/>
            </a:lvl1pPr>
            <a:lvl2pPr marL="1151961" indent="0">
              <a:buNone/>
              <a:defRPr sz="5039" b="1"/>
            </a:lvl2pPr>
            <a:lvl3pPr marL="2303922" indent="0">
              <a:buNone/>
              <a:defRPr sz="4535" b="1"/>
            </a:lvl3pPr>
            <a:lvl4pPr marL="3455883" indent="0">
              <a:buNone/>
              <a:defRPr sz="4031" b="1"/>
            </a:lvl4pPr>
            <a:lvl5pPr marL="4607844" indent="0">
              <a:buNone/>
              <a:defRPr sz="4031" b="1"/>
            </a:lvl5pPr>
            <a:lvl6pPr marL="5759806" indent="0">
              <a:buNone/>
              <a:defRPr sz="4031" b="1"/>
            </a:lvl6pPr>
            <a:lvl7pPr marL="6911767" indent="0">
              <a:buNone/>
              <a:defRPr sz="4031" b="1"/>
            </a:lvl7pPr>
            <a:lvl8pPr marL="8063728" indent="0">
              <a:buNone/>
              <a:defRPr sz="4031" b="1"/>
            </a:lvl8pPr>
            <a:lvl9pPr marL="9215689" indent="0">
              <a:buNone/>
              <a:defRPr sz="40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63691" y="18673247"/>
            <a:ext cx="9794741" cy="274655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4331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8976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3371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3408045"/>
            <a:ext cx="7430802" cy="11928158"/>
          </a:xfrm>
        </p:spPr>
        <p:txBody>
          <a:bodyPr anchor="b"/>
          <a:lstStyle>
            <a:lvl1pPr>
              <a:defRPr sz="80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741" y="7360442"/>
            <a:ext cx="11663690" cy="36328813"/>
          </a:xfrm>
        </p:spPr>
        <p:txBody>
          <a:bodyPr/>
          <a:lstStyle>
            <a:lvl1pPr>
              <a:defRPr sz="8063"/>
            </a:lvl1pPr>
            <a:lvl2pPr>
              <a:defRPr sz="7055"/>
            </a:lvl2pPr>
            <a:lvl3pPr>
              <a:defRPr sz="6047"/>
            </a:lvl3pPr>
            <a:lvl4pPr>
              <a:defRPr sz="5039"/>
            </a:lvl4pPr>
            <a:lvl5pPr>
              <a:defRPr sz="5039"/>
            </a:lvl5pPr>
            <a:lvl6pPr>
              <a:defRPr sz="5039"/>
            </a:lvl6pPr>
            <a:lvl7pPr>
              <a:defRPr sz="5039"/>
            </a:lvl7pPr>
            <a:lvl8pPr>
              <a:defRPr sz="5039"/>
            </a:lvl8pPr>
            <a:lvl9pPr>
              <a:defRPr sz="50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59" y="15336203"/>
            <a:ext cx="7430802" cy="28412212"/>
          </a:xfrm>
        </p:spPr>
        <p:txBody>
          <a:bodyPr/>
          <a:lstStyle>
            <a:lvl1pPr marL="0" indent="0">
              <a:buNone/>
              <a:defRPr sz="4031"/>
            </a:lvl1pPr>
            <a:lvl2pPr marL="1151961" indent="0">
              <a:buNone/>
              <a:defRPr sz="3527"/>
            </a:lvl2pPr>
            <a:lvl3pPr marL="2303922" indent="0">
              <a:buNone/>
              <a:defRPr sz="3024"/>
            </a:lvl3pPr>
            <a:lvl4pPr marL="3455883" indent="0">
              <a:buNone/>
              <a:defRPr sz="2520"/>
            </a:lvl4pPr>
            <a:lvl5pPr marL="4607844" indent="0">
              <a:buNone/>
              <a:defRPr sz="2520"/>
            </a:lvl5pPr>
            <a:lvl6pPr marL="5759806" indent="0">
              <a:buNone/>
              <a:defRPr sz="2520"/>
            </a:lvl6pPr>
            <a:lvl7pPr marL="6911767" indent="0">
              <a:buNone/>
              <a:defRPr sz="2520"/>
            </a:lvl7pPr>
            <a:lvl8pPr marL="8063728" indent="0">
              <a:buNone/>
              <a:defRPr sz="2520"/>
            </a:lvl8pPr>
            <a:lvl9pPr marL="9215689" indent="0">
              <a:buNone/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76870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3408045"/>
            <a:ext cx="7430802" cy="11928158"/>
          </a:xfrm>
        </p:spPr>
        <p:txBody>
          <a:bodyPr anchor="b"/>
          <a:lstStyle>
            <a:lvl1pPr>
              <a:defRPr sz="80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4741" y="7360442"/>
            <a:ext cx="11663690" cy="36328813"/>
          </a:xfrm>
        </p:spPr>
        <p:txBody>
          <a:bodyPr anchor="t"/>
          <a:lstStyle>
            <a:lvl1pPr marL="0" indent="0">
              <a:buNone/>
              <a:defRPr sz="8063"/>
            </a:lvl1pPr>
            <a:lvl2pPr marL="1151961" indent="0">
              <a:buNone/>
              <a:defRPr sz="7055"/>
            </a:lvl2pPr>
            <a:lvl3pPr marL="2303922" indent="0">
              <a:buNone/>
              <a:defRPr sz="6047"/>
            </a:lvl3pPr>
            <a:lvl4pPr marL="3455883" indent="0">
              <a:buNone/>
              <a:defRPr sz="5039"/>
            </a:lvl4pPr>
            <a:lvl5pPr marL="4607844" indent="0">
              <a:buNone/>
              <a:defRPr sz="5039"/>
            </a:lvl5pPr>
            <a:lvl6pPr marL="5759806" indent="0">
              <a:buNone/>
              <a:defRPr sz="5039"/>
            </a:lvl6pPr>
            <a:lvl7pPr marL="6911767" indent="0">
              <a:buNone/>
              <a:defRPr sz="5039"/>
            </a:lvl7pPr>
            <a:lvl8pPr marL="8063728" indent="0">
              <a:buNone/>
              <a:defRPr sz="5039"/>
            </a:lvl8pPr>
            <a:lvl9pPr marL="9215689" indent="0">
              <a:buNone/>
              <a:defRPr sz="50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59" y="15336203"/>
            <a:ext cx="7430802" cy="28412212"/>
          </a:xfrm>
        </p:spPr>
        <p:txBody>
          <a:bodyPr/>
          <a:lstStyle>
            <a:lvl1pPr marL="0" indent="0">
              <a:buNone/>
              <a:defRPr sz="4031"/>
            </a:lvl1pPr>
            <a:lvl2pPr marL="1151961" indent="0">
              <a:buNone/>
              <a:defRPr sz="3527"/>
            </a:lvl2pPr>
            <a:lvl3pPr marL="2303922" indent="0">
              <a:buNone/>
              <a:defRPr sz="3024"/>
            </a:lvl3pPr>
            <a:lvl4pPr marL="3455883" indent="0">
              <a:buNone/>
              <a:defRPr sz="2520"/>
            </a:lvl4pPr>
            <a:lvl5pPr marL="4607844" indent="0">
              <a:buNone/>
              <a:defRPr sz="2520"/>
            </a:lvl5pPr>
            <a:lvl6pPr marL="5759806" indent="0">
              <a:buNone/>
              <a:defRPr sz="2520"/>
            </a:lvl6pPr>
            <a:lvl7pPr marL="6911767" indent="0">
              <a:buNone/>
              <a:defRPr sz="2520"/>
            </a:lvl7pPr>
            <a:lvl8pPr marL="8063728" indent="0">
              <a:buNone/>
              <a:defRPr sz="2520"/>
            </a:lvl8pPr>
            <a:lvl9pPr marL="9215689" indent="0">
              <a:buNone/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82293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4812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87563" y="2721703"/>
            <a:ext cx="4967868" cy="433224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3959" y="2721703"/>
            <a:ext cx="14615612" cy="433224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022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3958" y="2721714"/>
            <a:ext cx="19871472" cy="9880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958" y="13608513"/>
            <a:ext cx="19871472" cy="3243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3958" y="47381303"/>
            <a:ext cx="5183862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9B922-0501-DC49-AD39-09A327AF0DC9}" type="datetimeFigureOut">
              <a:rPr lang="en-BR" smtClean="0"/>
              <a:t>10/08/2026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31798" y="47381303"/>
            <a:ext cx="7775793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71568" y="47381303"/>
            <a:ext cx="5183862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F44AA-C78F-0049-A000-1DEC4716F61C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869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03922" rtl="0" eaLnBrk="1" latinLnBrk="0" hangingPunct="1">
        <a:lnSpc>
          <a:spcPct val="90000"/>
        </a:lnSpc>
        <a:spcBef>
          <a:spcPct val="0"/>
        </a:spcBef>
        <a:buNone/>
        <a:defRPr sz="110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1" indent="-575981" algn="l" defTabSz="2303922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7055" kern="1200">
          <a:solidFill>
            <a:schemeClr val="tx1"/>
          </a:solidFill>
          <a:latin typeface="+mn-lt"/>
          <a:ea typeface="+mn-ea"/>
          <a:cs typeface="+mn-cs"/>
        </a:defRPr>
      </a:lvl1pPr>
      <a:lvl2pPr marL="1727942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6047" kern="1200">
          <a:solidFill>
            <a:schemeClr val="tx1"/>
          </a:solidFill>
          <a:latin typeface="+mn-lt"/>
          <a:ea typeface="+mn-ea"/>
          <a:cs typeface="+mn-cs"/>
        </a:defRPr>
      </a:lvl2pPr>
      <a:lvl3pPr marL="2879903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3pPr>
      <a:lvl4pPr marL="4031864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4pPr>
      <a:lvl5pPr marL="5183825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5pPr>
      <a:lvl6pPr marL="6335786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6pPr>
      <a:lvl7pPr marL="7487747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7pPr>
      <a:lvl8pPr marL="8639708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8pPr>
      <a:lvl9pPr marL="9791670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1pPr>
      <a:lvl2pPr marL="1151961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2pPr>
      <a:lvl3pPr marL="2303922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3pPr>
      <a:lvl4pPr marL="3455883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4pPr>
      <a:lvl5pPr marL="4607844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5pPr>
      <a:lvl6pPr marL="5759806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6pPr>
      <a:lvl7pPr marL="6911767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7pPr>
      <a:lvl8pPr marL="8063728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8pPr>
      <a:lvl9pPr marL="9215689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0">
            <a:extLst>
              <a:ext uri="{FF2B5EF4-FFF2-40B4-BE49-F238E27FC236}">
                <a16:creationId xmlns:a16="http://schemas.microsoft.com/office/drawing/2014/main" id="{7A116507-511F-4B0E-9177-13676F1CD38E}"/>
              </a:ext>
            </a:extLst>
          </p:cNvPr>
          <p:cNvSpPr/>
          <p:nvPr/>
        </p:nvSpPr>
        <p:spPr>
          <a:xfrm rot="13046667" flipV="1">
            <a:off x="-2398491" y="-2544728"/>
            <a:ext cx="14499421" cy="11161431"/>
          </a:xfrm>
          <a:custGeom>
            <a:avLst/>
            <a:gdLst/>
            <a:ahLst/>
            <a:cxnLst/>
            <a:rect l="l" t="t" r="r" b="b"/>
            <a:pathLst>
              <a:path w="12281561" h="8272006">
                <a:moveTo>
                  <a:pt x="0" y="8272006"/>
                </a:moveTo>
                <a:lnTo>
                  <a:pt x="12281561" y="8272006"/>
                </a:lnTo>
                <a:lnTo>
                  <a:pt x="12281561" y="0"/>
                </a:lnTo>
                <a:lnTo>
                  <a:pt x="0" y="0"/>
                </a:lnTo>
                <a:lnTo>
                  <a:pt x="0" y="8272006"/>
                </a:lnTo>
                <a:close/>
              </a:path>
            </a:pathLst>
          </a:custGeom>
          <a:blipFill>
            <a:blip r:embed="rId2"/>
            <a:stretch>
              <a:fillRect b="-122707"/>
            </a:stretch>
          </a:blipFill>
        </p:spPr>
        <p:txBody>
          <a:bodyPr/>
          <a:lstStyle/>
          <a:p>
            <a:endParaRPr lang="pt-BR" sz="213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E90967E-7D92-406A-A2B0-74876873ED43}"/>
              </a:ext>
            </a:extLst>
          </p:cNvPr>
          <p:cNvSpPr/>
          <p:nvPr/>
        </p:nvSpPr>
        <p:spPr>
          <a:xfrm rot="19671276">
            <a:off x="10779357" y="-1346562"/>
            <a:ext cx="14514511" cy="10484871"/>
          </a:xfrm>
          <a:custGeom>
            <a:avLst/>
            <a:gdLst/>
            <a:ahLst/>
            <a:cxnLst/>
            <a:rect l="l" t="t" r="r" b="b"/>
            <a:pathLst>
              <a:path w="12281561" h="8272006">
                <a:moveTo>
                  <a:pt x="0" y="0"/>
                </a:moveTo>
                <a:lnTo>
                  <a:pt x="12281560" y="0"/>
                </a:lnTo>
                <a:lnTo>
                  <a:pt x="12281560" y="8272006"/>
                </a:lnTo>
                <a:lnTo>
                  <a:pt x="0" y="82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2707"/>
            </a:stretch>
          </a:blipFill>
        </p:spPr>
        <p:txBody>
          <a:bodyPr/>
          <a:lstStyle/>
          <a:p>
            <a:endParaRPr lang="pt-BR" sz="2130" dirty="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9EF29F55-50F6-4C6B-87C9-A7C120CE898E}"/>
              </a:ext>
            </a:extLst>
          </p:cNvPr>
          <p:cNvSpPr/>
          <p:nvPr/>
        </p:nvSpPr>
        <p:spPr>
          <a:xfrm rot="5400000">
            <a:off x="-3678736" y="37734560"/>
            <a:ext cx="13163380" cy="21799736"/>
          </a:xfrm>
          <a:custGeom>
            <a:avLst/>
            <a:gdLst/>
            <a:ahLst/>
            <a:cxnLst/>
            <a:rect l="l" t="t" r="r" b="b"/>
            <a:pathLst>
              <a:path w="12281561" h="18422341">
                <a:moveTo>
                  <a:pt x="0" y="0"/>
                </a:moveTo>
                <a:lnTo>
                  <a:pt x="12281561" y="0"/>
                </a:lnTo>
                <a:lnTo>
                  <a:pt x="12281561" y="18422341"/>
                </a:lnTo>
                <a:lnTo>
                  <a:pt x="0" y="18422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7119" r="7119"/>
            </a:stretch>
          </a:blipFill>
        </p:spPr>
        <p:txBody>
          <a:bodyPr/>
          <a:lstStyle/>
          <a:p>
            <a:endParaRPr lang="pt-BR" sz="2130" dirty="0"/>
          </a:p>
        </p:txBody>
      </p:sp>
      <p:sp>
        <p:nvSpPr>
          <p:cNvPr id="16" name="Freeform 19">
            <a:extLst>
              <a:ext uri="{FF2B5EF4-FFF2-40B4-BE49-F238E27FC236}">
                <a16:creationId xmlns:a16="http://schemas.microsoft.com/office/drawing/2014/main" id="{C7DAB1BB-163E-4571-880C-0EEEB3D364B2}"/>
              </a:ext>
            </a:extLst>
          </p:cNvPr>
          <p:cNvSpPr/>
          <p:nvPr/>
        </p:nvSpPr>
        <p:spPr>
          <a:xfrm rot="1726333">
            <a:off x="11364042" y="37067266"/>
            <a:ext cx="16286064" cy="21799736"/>
          </a:xfrm>
          <a:custGeom>
            <a:avLst/>
            <a:gdLst/>
            <a:ahLst/>
            <a:cxnLst/>
            <a:rect l="l" t="t" r="r" b="b"/>
            <a:pathLst>
              <a:path w="12281561" h="18422341">
                <a:moveTo>
                  <a:pt x="0" y="0"/>
                </a:moveTo>
                <a:lnTo>
                  <a:pt x="12281561" y="0"/>
                </a:lnTo>
                <a:lnTo>
                  <a:pt x="12281561" y="18422341"/>
                </a:lnTo>
                <a:lnTo>
                  <a:pt x="0" y="18422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2130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D06F993-B413-4682-91D9-F7037F0F08B9}"/>
              </a:ext>
            </a:extLst>
          </p:cNvPr>
          <p:cNvSpPr/>
          <p:nvPr/>
        </p:nvSpPr>
        <p:spPr>
          <a:xfrm>
            <a:off x="18842508" y="587978"/>
            <a:ext cx="3916259" cy="567179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207" dirty="0"/>
              <a:t>SUA FOTO</a:t>
            </a:r>
          </a:p>
          <a:p>
            <a:pPr algn="ctr"/>
            <a:endParaRPr lang="pt-BR" sz="2130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8F05DAA-175A-467A-8F5B-9189D0DAB658}"/>
              </a:ext>
            </a:extLst>
          </p:cNvPr>
          <p:cNvSpPr/>
          <p:nvPr/>
        </p:nvSpPr>
        <p:spPr>
          <a:xfrm>
            <a:off x="14744786" y="646148"/>
            <a:ext cx="3916259" cy="567179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680" dirty="0"/>
              <a:t>Logo da sua instituição</a:t>
            </a:r>
          </a:p>
        </p:txBody>
      </p:sp>
      <p:sp>
        <p:nvSpPr>
          <p:cNvPr id="21" name="Title 40">
            <a:extLst>
              <a:ext uri="{FF2B5EF4-FFF2-40B4-BE49-F238E27FC236}">
                <a16:creationId xmlns:a16="http://schemas.microsoft.com/office/drawing/2014/main" id="{CE69660B-7C30-4654-BCD1-E64DEDEFEB05}"/>
              </a:ext>
            </a:extLst>
          </p:cNvPr>
          <p:cNvSpPr txBox="1">
            <a:spLocks/>
          </p:cNvSpPr>
          <p:nvPr/>
        </p:nvSpPr>
        <p:spPr>
          <a:xfrm>
            <a:off x="885896" y="6437425"/>
            <a:ext cx="21187220" cy="3276052"/>
          </a:xfrm>
          <a:prstGeom prst="rect">
            <a:avLst/>
          </a:prstGeom>
        </p:spPr>
        <p:txBody>
          <a:bodyPr vert="horz" lIns="108204" tIns="54102" rIns="108204" bIns="54102" rtlCol="0" anchor="ctr">
            <a:noAutofit/>
          </a:bodyPr>
          <a:lstStyle>
            <a:lvl1pPr algn="ctr" defTabSz="288008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8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000" b="1" dirty="0">
                <a:solidFill>
                  <a:srgbClr val="004D87"/>
                </a:solidFill>
                <a:latin typeface="Roboto" panose="02000000000000000000" pitchFamily="2" charset="0"/>
              </a:rPr>
              <a:t>TÍTULO DO SEU PROJETO (ROBOTO 70)</a:t>
            </a:r>
            <a:endParaRPr lang="en-BR" sz="7000" dirty="0"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729EA044-260A-4D86-9C16-7DC751B364B6}"/>
              </a:ext>
            </a:extLst>
          </p:cNvPr>
          <p:cNvSpPr txBox="1"/>
          <p:nvPr/>
        </p:nvSpPr>
        <p:spPr>
          <a:xfrm>
            <a:off x="606243" y="8545649"/>
            <a:ext cx="217997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 err="1">
                <a:solidFill>
                  <a:srgbClr val="000000"/>
                </a:solidFill>
                <a:latin typeface="Roboto" panose="02000000000000000000" pitchFamily="2" charset="0"/>
              </a:rPr>
              <a:t>Nomes</a:t>
            </a:r>
            <a:r>
              <a:rPr lang="en-US" sz="4800" dirty="0">
                <a:solidFill>
                  <a:srgbClr val="000000"/>
                </a:solidFill>
                <a:latin typeface="Roboto" panose="02000000000000000000" pitchFamily="2" charset="0"/>
              </a:rPr>
              <a:t> dos </a:t>
            </a:r>
            <a:r>
              <a:rPr lang="en-US" sz="4800" dirty="0" err="1">
                <a:solidFill>
                  <a:srgbClr val="000000"/>
                </a:solidFill>
                <a:latin typeface="Roboto" panose="02000000000000000000" pitchFamily="2" charset="0"/>
              </a:rPr>
              <a:t>autores</a:t>
            </a:r>
            <a:r>
              <a:rPr lang="en-US" sz="4800" dirty="0">
                <a:solidFill>
                  <a:srgbClr val="000000"/>
                </a:solidFill>
                <a:latin typeface="Roboto" panose="02000000000000000000" pitchFamily="2" charset="0"/>
              </a:rPr>
              <a:t> </a:t>
            </a:r>
          </a:p>
          <a:p>
            <a:pPr algn="ctr"/>
            <a:r>
              <a:rPr lang="en-US" sz="4800" dirty="0">
                <a:solidFill>
                  <a:srgbClr val="000000"/>
                </a:solidFill>
                <a:latin typeface="Roboto" panose="02000000000000000000" pitchFamily="2" charset="0"/>
              </a:rPr>
              <a:t>(ROBOTO 48)</a:t>
            </a:r>
            <a:endParaRPr lang="en-BR" sz="4800" dirty="0"/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7E5427E5-76EC-4840-A286-127BBF3B0033}"/>
              </a:ext>
            </a:extLst>
          </p:cNvPr>
          <p:cNvSpPr txBox="1"/>
          <p:nvPr/>
        </p:nvSpPr>
        <p:spPr>
          <a:xfrm>
            <a:off x="3972289" y="10218803"/>
            <a:ext cx="15094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Departamento, Instituição de Ensino e Cidade (ROBOTO 34)</a:t>
            </a:r>
            <a:endParaRPr lang="en-BR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5010DFE-1DCF-428B-9219-201B09D96801}"/>
              </a:ext>
            </a:extLst>
          </p:cNvPr>
          <p:cNvCxnSpPr>
            <a:cxnSpLocks/>
          </p:cNvCxnSpPr>
          <p:nvPr/>
        </p:nvCxnSpPr>
        <p:spPr>
          <a:xfrm>
            <a:off x="11506111" y="12754587"/>
            <a:ext cx="0" cy="334202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Google Shape;102;p2">
            <a:extLst>
              <a:ext uri="{FF2B5EF4-FFF2-40B4-BE49-F238E27FC236}">
                <a16:creationId xmlns:a16="http://schemas.microsoft.com/office/drawing/2014/main" id="{BDD3724E-0C86-4D21-82CC-32354BDB1DD6}"/>
              </a:ext>
            </a:extLst>
          </p:cNvPr>
          <p:cNvSpPr txBox="1"/>
          <p:nvPr/>
        </p:nvSpPr>
        <p:spPr>
          <a:xfrm>
            <a:off x="683838" y="12479010"/>
            <a:ext cx="10407181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6000" b="1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INTRODUÇÃO</a:t>
            </a:r>
            <a:r>
              <a:rPr lang="en-US" sz="6000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 (Arial, Times New Roman, Calibri 60)</a:t>
            </a:r>
            <a:endParaRPr sz="6000" dirty="0">
              <a:solidFill>
                <a:srgbClr val="002060"/>
              </a:solidFill>
              <a:latin typeface="Arial" panose="020B0604020202020204" pitchFamily="34" charset="0"/>
              <a:ea typeface="Impact"/>
              <a:cs typeface="Arial" panose="020B0604020202020204" pitchFamily="34" charset="0"/>
              <a:sym typeface="Impact"/>
            </a:endParaRPr>
          </a:p>
        </p:txBody>
      </p:sp>
      <p:sp>
        <p:nvSpPr>
          <p:cNvPr id="29" name="Google Shape;102;p2">
            <a:extLst>
              <a:ext uri="{FF2B5EF4-FFF2-40B4-BE49-F238E27FC236}">
                <a16:creationId xmlns:a16="http://schemas.microsoft.com/office/drawing/2014/main" id="{76D163C7-835F-414C-B650-D5C481B596C7}"/>
              </a:ext>
            </a:extLst>
          </p:cNvPr>
          <p:cNvSpPr txBox="1"/>
          <p:nvPr/>
        </p:nvSpPr>
        <p:spPr>
          <a:xfrm>
            <a:off x="472532" y="22953500"/>
            <a:ext cx="10407181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6000" b="1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OBJETIVOS</a:t>
            </a:r>
            <a:r>
              <a:rPr lang="en-US" sz="6000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 (Arial, Times New Roman, Calibri 60)</a:t>
            </a:r>
            <a:endParaRPr sz="6000" dirty="0">
              <a:solidFill>
                <a:srgbClr val="002060"/>
              </a:solidFill>
              <a:latin typeface="Arial" panose="020B0604020202020204" pitchFamily="34" charset="0"/>
              <a:ea typeface="Impact"/>
              <a:cs typeface="Arial" panose="020B0604020202020204" pitchFamily="34" charset="0"/>
              <a:sym typeface="Impac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504293-107E-405A-BB26-05F15FE28BAD}"/>
              </a:ext>
            </a:extLst>
          </p:cNvPr>
          <p:cNvSpPr txBox="1"/>
          <p:nvPr/>
        </p:nvSpPr>
        <p:spPr>
          <a:xfrm>
            <a:off x="644557" y="16091585"/>
            <a:ext cx="1040718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Fonte: Arial, Times New Roman, Calibri 40)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2">
            <a:extLst>
              <a:ext uri="{FF2B5EF4-FFF2-40B4-BE49-F238E27FC236}">
                <a16:creationId xmlns:a16="http://schemas.microsoft.com/office/drawing/2014/main" id="{9D8E5DCB-200A-4F78-91F5-DD735EFC83DA}"/>
              </a:ext>
            </a:extLst>
          </p:cNvPr>
          <p:cNvSpPr txBox="1"/>
          <p:nvPr/>
        </p:nvSpPr>
        <p:spPr>
          <a:xfrm>
            <a:off x="539403" y="25694497"/>
            <a:ext cx="1040718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Fonte: Arial, Times New Roman, Calibri 40)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Google Shape;102;p2">
            <a:extLst>
              <a:ext uri="{FF2B5EF4-FFF2-40B4-BE49-F238E27FC236}">
                <a16:creationId xmlns:a16="http://schemas.microsoft.com/office/drawing/2014/main" id="{DCCC4147-40CE-4145-A376-860D3CE0754A}"/>
              </a:ext>
            </a:extLst>
          </p:cNvPr>
          <p:cNvSpPr txBox="1"/>
          <p:nvPr/>
        </p:nvSpPr>
        <p:spPr>
          <a:xfrm>
            <a:off x="539403" y="33466424"/>
            <a:ext cx="10407181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6000" b="1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MATERIAIS E MÉTODOS</a:t>
            </a:r>
            <a:r>
              <a:rPr lang="en-US" sz="6000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 (Arial, Times New Roman, Calibri 60)</a:t>
            </a:r>
            <a:endParaRPr sz="6000" dirty="0">
              <a:solidFill>
                <a:srgbClr val="002060"/>
              </a:solidFill>
              <a:latin typeface="Arial" panose="020B0604020202020204" pitchFamily="34" charset="0"/>
              <a:ea typeface="Impact"/>
              <a:cs typeface="Arial" panose="020B0604020202020204" pitchFamily="34" charset="0"/>
              <a:sym typeface="Impact"/>
            </a:endParaRP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7701472F-6EFE-4FFE-9216-98CE846192D5}"/>
              </a:ext>
            </a:extLst>
          </p:cNvPr>
          <p:cNvSpPr txBox="1"/>
          <p:nvPr/>
        </p:nvSpPr>
        <p:spPr>
          <a:xfrm>
            <a:off x="684529" y="37850313"/>
            <a:ext cx="10195184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Fonte: Arial, Times New Roman, Calibri 40)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Google Shape;102;p2">
            <a:extLst>
              <a:ext uri="{FF2B5EF4-FFF2-40B4-BE49-F238E27FC236}">
                <a16:creationId xmlns:a16="http://schemas.microsoft.com/office/drawing/2014/main" id="{CB7A5CB2-BA11-4115-B136-B986AB95CC4F}"/>
              </a:ext>
            </a:extLst>
          </p:cNvPr>
          <p:cNvSpPr txBox="1"/>
          <p:nvPr/>
        </p:nvSpPr>
        <p:spPr>
          <a:xfrm>
            <a:off x="11717598" y="12440576"/>
            <a:ext cx="10407181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6000" b="1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RESULTADOS </a:t>
            </a:r>
            <a:r>
              <a:rPr lang="en-US" sz="6000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(Arial, Times New Roman, Calibri 60)</a:t>
            </a:r>
            <a:endParaRPr sz="6000" dirty="0">
              <a:solidFill>
                <a:srgbClr val="002060"/>
              </a:solidFill>
              <a:latin typeface="Arial" panose="020B0604020202020204" pitchFamily="34" charset="0"/>
              <a:ea typeface="Impact"/>
              <a:cs typeface="Arial" panose="020B0604020202020204" pitchFamily="34" charset="0"/>
              <a:sym typeface="Impact"/>
            </a:endParaRPr>
          </a:p>
        </p:txBody>
      </p:sp>
      <p:sp>
        <p:nvSpPr>
          <p:cNvPr id="38" name="TextBox 32">
            <a:extLst>
              <a:ext uri="{FF2B5EF4-FFF2-40B4-BE49-F238E27FC236}">
                <a16:creationId xmlns:a16="http://schemas.microsoft.com/office/drawing/2014/main" id="{EA832DBA-4075-444E-A209-3AE67FB662F3}"/>
              </a:ext>
            </a:extLst>
          </p:cNvPr>
          <p:cNvSpPr txBox="1"/>
          <p:nvPr/>
        </p:nvSpPr>
        <p:spPr>
          <a:xfrm>
            <a:off x="11808383" y="16020973"/>
            <a:ext cx="10407182" cy="1855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Fonte: Arial, Times New Roman, Calibri 40)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Google Shape;102;p2">
            <a:extLst>
              <a:ext uri="{FF2B5EF4-FFF2-40B4-BE49-F238E27FC236}">
                <a16:creationId xmlns:a16="http://schemas.microsoft.com/office/drawing/2014/main" id="{44659410-8E40-460A-B208-85F95C9E8FDA}"/>
              </a:ext>
            </a:extLst>
          </p:cNvPr>
          <p:cNvSpPr txBox="1"/>
          <p:nvPr/>
        </p:nvSpPr>
        <p:spPr>
          <a:xfrm>
            <a:off x="12132510" y="35304291"/>
            <a:ext cx="10407181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6000" b="1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CONCLUSÃO </a:t>
            </a:r>
            <a:r>
              <a:rPr lang="en-US" sz="6000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(Arial, Times New Roman, Calibri 60)</a:t>
            </a:r>
            <a:endParaRPr sz="6000" dirty="0">
              <a:solidFill>
                <a:srgbClr val="002060"/>
              </a:solidFill>
              <a:latin typeface="Arial" panose="020B0604020202020204" pitchFamily="34" charset="0"/>
              <a:ea typeface="Impact"/>
              <a:cs typeface="Arial" panose="020B0604020202020204" pitchFamily="34" charset="0"/>
              <a:sym typeface="Impact"/>
            </a:endParaRPr>
          </a:p>
        </p:txBody>
      </p:sp>
      <p:sp>
        <p:nvSpPr>
          <p:cNvPr id="40" name="TextBox 32">
            <a:extLst>
              <a:ext uri="{FF2B5EF4-FFF2-40B4-BE49-F238E27FC236}">
                <a16:creationId xmlns:a16="http://schemas.microsoft.com/office/drawing/2014/main" id="{5AEDDEBC-FCEB-4CEC-88C6-04C44BCEA896}"/>
              </a:ext>
            </a:extLst>
          </p:cNvPr>
          <p:cNvSpPr txBox="1"/>
          <p:nvPr/>
        </p:nvSpPr>
        <p:spPr>
          <a:xfrm>
            <a:off x="12145977" y="38465866"/>
            <a:ext cx="1040718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Fonte: Arial, Times New Roman, Calibri 40)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ounded Rectangle 37">
            <a:extLst>
              <a:ext uri="{FF2B5EF4-FFF2-40B4-BE49-F238E27FC236}">
                <a16:creationId xmlns:a16="http://schemas.microsoft.com/office/drawing/2014/main" id="{80286970-F70D-45DC-8C3C-58F2432D7D02}"/>
              </a:ext>
            </a:extLst>
          </p:cNvPr>
          <p:cNvSpPr/>
          <p:nvPr/>
        </p:nvSpPr>
        <p:spPr>
          <a:xfrm>
            <a:off x="17626911" y="46290648"/>
            <a:ext cx="4394084" cy="3753003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390" dirty="0">
                <a:solidFill>
                  <a:schemeClr val="tx1"/>
                </a:solidFill>
              </a:rPr>
              <a:t>Insira o QRCODE</a:t>
            </a:r>
            <a:endParaRPr lang="en-BR" sz="6390" dirty="0">
              <a:solidFill>
                <a:schemeClr val="tx1"/>
              </a:solidFill>
            </a:endParaRPr>
          </a:p>
        </p:txBody>
      </p:sp>
      <p:sp>
        <p:nvSpPr>
          <p:cNvPr id="42" name="Google Shape;102;p2">
            <a:extLst>
              <a:ext uri="{FF2B5EF4-FFF2-40B4-BE49-F238E27FC236}">
                <a16:creationId xmlns:a16="http://schemas.microsoft.com/office/drawing/2014/main" id="{1B6096B9-E373-457D-8F0D-321695689C7A}"/>
              </a:ext>
            </a:extLst>
          </p:cNvPr>
          <p:cNvSpPr txBox="1"/>
          <p:nvPr/>
        </p:nvSpPr>
        <p:spPr>
          <a:xfrm>
            <a:off x="16453583" y="45103405"/>
            <a:ext cx="5952396" cy="127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5917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REFERÊNCIAS</a:t>
            </a:r>
            <a:endParaRPr sz="5917" dirty="0">
              <a:solidFill>
                <a:srgbClr val="002060"/>
              </a:solidFill>
              <a:latin typeface="Arial" panose="020B0604020202020204" pitchFamily="34" charset="0"/>
              <a:ea typeface="Impact"/>
              <a:cs typeface="Arial" panose="020B0604020202020204" pitchFamily="34" charset="0"/>
              <a:sym typeface="Impact"/>
            </a:endParaRPr>
          </a:p>
        </p:txBody>
      </p:sp>
      <p:sp>
        <p:nvSpPr>
          <p:cNvPr id="43" name="Google Shape;102;p2">
            <a:extLst>
              <a:ext uri="{FF2B5EF4-FFF2-40B4-BE49-F238E27FC236}">
                <a16:creationId xmlns:a16="http://schemas.microsoft.com/office/drawing/2014/main" id="{EF4843C3-2830-4062-8C21-5D19FA7135E5}"/>
              </a:ext>
            </a:extLst>
          </p:cNvPr>
          <p:cNvSpPr txBox="1"/>
          <p:nvPr/>
        </p:nvSpPr>
        <p:spPr>
          <a:xfrm>
            <a:off x="7730690" y="46667742"/>
            <a:ext cx="7497632" cy="127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5917" dirty="0" err="1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Agências</a:t>
            </a:r>
            <a:r>
              <a:rPr lang="en-US" sz="5917" dirty="0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 de </a:t>
            </a:r>
            <a:r>
              <a:rPr lang="en-US" sz="5917" dirty="0" err="1">
                <a:solidFill>
                  <a:srgbClr val="002060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fomento</a:t>
            </a:r>
            <a:endParaRPr sz="5917" dirty="0">
              <a:solidFill>
                <a:srgbClr val="002060"/>
              </a:solidFill>
              <a:latin typeface="Arial" panose="020B0604020202020204" pitchFamily="34" charset="0"/>
              <a:ea typeface="Impact"/>
              <a:cs typeface="Arial" panose="020B0604020202020204" pitchFamily="34" charset="0"/>
              <a:sym typeface="Impact"/>
            </a:endParaRP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74799567-EBCF-4A53-B025-8FE5BAAD4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4149" y="48126832"/>
            <a:ext cx="2452360" cy="2277027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82E7C8A-8A4C-4D8F-8479-684EE6BA9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534" y="48735579"/>
            <a:ext cx="3530862" cy="105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APESP anuncia resultado de chamada com a NSFC, da China - CeMEAI">
            <a:extLst>
              <a:ext uri="{FF2B5EF4-FFF2-40B4-BE49-F238E27FC236}">
                <a16:creationId xmlns:a16="http://schemas.microsoft.com/office/drawing/2014/main" id="{01EAE7BE-A8C0-4143-A885-BFA16BD9B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836" y="48555274"/>
            <a:ext cx="3944931" cy="123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F680D8B-CAB9-4909-B0D1-C89D5CAC865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336" b="40415"/>
          <a:stretch/>
        </p:blipFill>
        <p:spPr>
          <a:xfrm>
            <a:off x="-3463957" y="316559"/>
            <a:ext cx="13695868" cy="6060450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83240502-0581-4BE8-9175-49AD38F41BD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26" t="58755" r="-2126" b="12014"/>
          <a:stretch/>
        </p:blipFill>
        <p:spPr>
          <a:xfrm>
            <a:off x="4628434" y="3149986"/>
            <a:ext cx="11206953" cy="3276051"/>
          </a:xfrm>
          <a:prstGeom prst="rect">
            <a:avLst/>
          </a:prstGeom>
        </p:spPr>
      </p:pic>
      <p:pic>
        <p:nvPicPr>
          <p:cNvPr id="2" name="Imagem 1" descr="Portfólio de Serviços">
            <a:extLst>
              <a:ext uri="{FF2B5EF4-FFF2-40B4-BE49-F238E27FC236}">
                <a16:creationId xmlns:a16="http://schemas.microsoft.com/office/drawing/2014/main" id="{67778A41-DACB-D8A4-9B00-FA7E00A10D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33293" y="45381037"/>
            <a:ext cx="5839129" cy="583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741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11181</TotalTime>
  <Words>156</Words>
  <Application>Microsoft Office PowerPoint</Application>
  <PresentationFormat>Personalizar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Maisa Pereira</dc:creator>
  <cp:lastModifiedBy>Maria Cristina Ruiz Voms Stein</cp:lastModifiedBy>
  <cp:revision>11</cp:revision>
  <dcterms:created xsi:type="dcterms:W3CDTF">2026-08-13T18:08:02Z</dcterms:created>
  <dcterms:modified xsi:type="dcterms:W3CDTF">2026-10-08T17:01:58Z</dcterms:modified>
</cp:coreProperties>
</file>